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a12755056a41c127" providerId="LiveId" clId="{FA03DC30-B4C8-4EDE-9F46-648F9B9304F8}"/>
    <pc:docChg chg="modSld">
      <pc:chgData name="" userId="a12755056a41c127" providerId="LiveId" clId="{FA03DC30-B4C8-4EDE-9F46-648F9B9304F8}" dt="2026-08-10T04:15:09.581" v="10" actId="20577"/>
      <pc:docMkLst>
        <pc:docMk/>
      </pc:docMkLst>
      <pc:sldChg chg="modSp">
        <pc:chgData name="" userId="a12755056a41c127" providerId="LiveId" clId="{FA03DC30-B4C8-4EDE-9F46-648F9B9304F8}" dt="2026-08-09T18:08:17.867" v="3" actId="1036"/>
        <pc:sldMkLst>
          <pc:docMk/>
          <pc:sldMk cId="0" sldId="256"/>
        </pc:sldMkLst>
        <pc:spChg chg="mod">
          <ac:chgData name="" userId="a12755056a41c127" providerId="LiveId" clId="{FA03DC30-B4C8-4EDE-9F46-648F9B9304F8}" dt="2026-08-09T18:08:17.867" v="3" actId="1036"/>
          <ac:spMkLst>
            <pc:docMk/>
            <pc:sldMk cId="0" sldId="256"/>
            <ac:spMk id="10" creationId="{00000000-0000-0000-0000-000000000000}"/>
          </ac:spMkLst>
        </pc:spChg>
      </pc:sldChg>
      <pc:sldChg chg="modSp">
        <pc:chgData name="" userId="a12755056a41c127" providerId="LiveId" clId="{FA03DC30-B4C8-4EDE-9F46-648F9B9304F8}" dt="2026-08-10T04:15:09.581" v="10" actId="20577"/>
        <pc:sldMkLst>
          <pc:docMk/>
          <pc:sldMk cId="0" sldId="258"/>
        </pc:sldMkLst>
        <pc:spChg chg="mod">
          <ac:chgData name="" userId="a12755056a41c127" providerId="LiveId" clId="{FA03DC30-B4C8-4EDE-9F46-648F9B9304F8}" dt="2026-08-10T04:14:23.796" v="5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" userId="a12755056a41c127" providerId="LiveId" clId="{FA03DC30-B4C8-4EDE-9F46-648F9B9304F8}" dt="2026-08-10T04:15:09.581" v="10" actId="20577"/>
          <ac:spMkLst>
            <pc:docMk/>
            <pc:sldMk cId="0" sldId="258"/>
            <ac:spMk id="9" creationId="{00000000-0000-0000-0000-000000000000}"/>
          </ac:spMkLst>
        </pc:spChg>
      </pc:sldChg>
      <pc:sldChg chg="modSp">
        <pc:chgData name="" userId="a12755056a41c127" providerId="LiveId" clId="{FA03DC30-B4C8-4EDE-9F46-648F9B9304F8}" dt="2026-08-09T17:57:50.718" v="1" actId="14100"/>
        <pc:sldMkLst>
          <pc:docMk/>
          <pc:sldMk cId="0" sldId="266"/>
        </pc:sldMkLst>
        <pc:picChg chg="mod">
          <ac:chgData name="" userId="a12755056a41c127" providerId="LiveId" clId="{FA03DC30-B4C8-4EDE-9F46-648F9B9304F8}" dt="2026-08-09T17:57:50.718" v="1" actId="14100"/>
          <ac:picMkLst>
            <pc:docMk/>
            <pc:sldMk cId="0" sldId="266"/>
            <ac:picMk id="33" creationId="{66DE7798-B89A-48AC-B2F4-0E1D912B3A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2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091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964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70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745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391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3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01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21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772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0262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886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FINAL YEAR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143000"/>
            <a:ext cx="1081663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600" b="1" dirty="0">
                <a:solidFill>
                  <a:srgbClr val="19273A"/>
                </a:solidFill>
                <a:latin typeface="Aptos"/>
              </a:rPr>
              <a:t>Online Shopping Zone</a:t>
            </a:r>
            <a:endParaRPr sz="4600" b="1" dirty="0">
              <a:solidFill>
                <a:srgbClr val="1927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64748B"/>
                </a:solidFill>
                <a:latin typeface="Aptos"/>
              </a:rPr>
              <a:t>A multi-category PHP + MySQL shopping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978B"/>
                </a:solidFill>
                <a:latin typeface="Aptos"/>
              </a:rPr>
              <a:t>From login → product browsing → session cart →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940263"/>
            <a:ext cx="65836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374151"/>
                </a:solidFill>
                <a:latin typeface="Aptos"/>
              </a:rPr>
              <a:t>Presented by
Shiya Antala </a:t>
            </a:r>
            <a:r>
              <a:rPr lang="en-US" sz="1300" b="1" dirty="0">
                <a:solidFill>
                  <a:srgbClr val="374151"/>
                </a:solidFill>
                <a:latin typeface="Aptos"/>
              </a:rPr>
              <a:t>- 92400527243</a:t>
            </a:r>
          </a:p>
          <a:p>
            <a:pPr algn="l"/>
            <a:r>
              <a:rPr sz="1300" b="1" dirty="0">
                <a:solidFill>
                  <a:srgbClr val="374151"/>
                </a:solidFill>
                <a:latin typeface="Aptos"/>
              </a:rPr>
              <a:t>Jeny Kotadiya </a:t>
            </a:r>
            <a:r>
              <a:rPr lang="en-US" sz="1300" b="1" dirty="0">
                <a:solidFill>
                  <a:srgbClr val="374151"/>
                </a:solidFill>
                <a:latin typeface="Aptos"/>
              </a:rPr>
              <a:t>- 92400527223</a:t>
            </a:r>
          </a:p>
          <a:p>
            <a:pPr algn="l"/>
            <a:r>
              <a:rPr sz="1300" b="1" dirty="0">
                <a:solidFill>
                  <a:srgbClr val="374151"/>
                </a:solidFill>
                <a:latin typeface="Aptos"/>
              </a:rPr>
              <a:t>Vishwa Monpara</a:t>
            </a:r>
            <a:r>
              <a:rPr lang="en-US" sz="1300" b="1" dirty="0">
                <a:solidFill>
                  <a:srgbClr val="374151"/>
                </a:solidFill>
                <a:latin typeface="Aptos"/>
              </a:rPr>
              <a:t> - 92400527222</a:t>
            </a:r>
            <a:endParaRPr sz="1300" b="1" dirty="0">
              <a:solidFill>
                <a:srgbClr val="37415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Marwadi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02  |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Shiya Antala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505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5059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Enrollment No. 92400527243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01752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Marwadi University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8288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19933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Jeny Kotadiya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505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5059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Enrollment No. 92400527223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0175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1752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Marwadi University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8288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3" y="19933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Vishwa Monpara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4505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45059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Enrollment No. 92400527222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301752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01752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Marwadi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03  |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What is ShopZone?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55648"/>
            <a:ext cx="5303520" cy="34975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Project in simple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59736"/>
            <a:ext cx="459028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Shop</a:t>
            </a:r>
            <a:r>
              <a:rPr lang="en-US" sz="1150" b="0" dirty="0">
                <a:solidFill>
                  <a:srgbClr val="374151"/>
                </a:solidFill>
                <a:latin typeface="Aptos"/>
              </a:rPr>
              <a:t>ping </a:t>
            </a:r>
            <a:r>
              <a:rPr sz="1150" b="0" dirty="0">
                <a:solidFill>
                  <a:srgbClr val="374151"/>
                </a:solidFill>
                <a:latin typeface="Aptos"/>
              </a:rPr>
              <a:t>Zone is a web-based shopping platform built using PHP and </a:t>
            </a:r>
            <a:r>
              <a:rPr sz="1150" b="0" dirty="0" err="1">
                <a:solidFill>
                  <a:srgbClr val="374151"/>
                </a:solidFill>
                <a:latin typeface="Aptos"/>
              </a:rPr>
              <a:t>MySQLi</a:t>
            </a:r>
            <a:r>
              <a:rPr sz="1150" b="0" dirty="0">
                <a:solidFill>
                  <a:srgbClr val="374151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71800"/>
            <a:ext cx="4590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It combines multiple product categories inside one website.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38728"/>
            <a:ext cx="4590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Users can register/login, browse products and add products to one shared cart.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056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105656"/>
            <a:ext cx="4590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billing page calculates item-wise subtotals and the grand total.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7258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672584"/>
            <a:ext cx="45902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current cart is session-based rather than stored in a MySQL cart 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2108" y="210629"/>
            <a:ext cx="53492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96043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9273A"/>
                </a:solidFill>
                <a:latin typeface="Aptos"/>
              </a:rPr>
              <a:t>Why we built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377" y="852145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850392"/>
            <a:ext cx="4636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To understand how an e-commerce flow works from front end to back end.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7638" y="1456981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6349" y="1472184"/>
            <a:ext cx="4636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To practice PHP forms, sessions, database connectivity and page navigation.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2867" y="22905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724" y="2311812"/>
            <a:ext cx="4636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To create a consistent shopping journey across different categories.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975491"/>
            <a:ext cx="182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6349" y="2953512"/>
            <a:ext cx="463600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150" b="0" dirty="0">
                <a:solidFill>
                  <a:srgbClr val="374151"/>
                </a:solidFill>
                <a:latin typeface="Aptos"/>
              </a:rPr>
              <a:t>T</a:t>
            </a:r>
            <a:r>
              <a:rPr sz="1150" b="0" dirty="0">
                <a:solidFill>
                  <a:srgbClr val="374151"/>
                </a:solidFill>
                <a:latin typeface="Aptos"/>
              </a:rPr>
              <a:t>o learn how cart and billing logic can be implemented in a web application.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405884A-9F43-4634-9F63-428ECCB88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390" y="4016374"/>
            <a:ext cx="4815155" cy="2708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04  |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1. Scattered shopping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Different product types may be offered through separate stores or pages.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Users have to move between different shopping experiences.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53771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7" y="40932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9273A"/>
                </a:solidFill>
                <a:latin typeface="Aptos"/>
              </a:rPr>
              <a:t>2. Disconnected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4808" y="86652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7688" y="884913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Login, browsing and cart logic can become inconsistent when implemented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4808" y="16687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7688" y="169277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Users need one simple journey.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30950"/>
            <a:ext cx="3474720" cy="2791078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632991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19273A"/>
                </a:solidFill>
                <a:latin typeface="Aptos"/>
              </a:rPr>
              <a:t>3. No common cart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1838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3" y="1181836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Without a shared cart, products selected from different categories cannot be reviewed together.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111" y="18790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3" y="19476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dirty="0">
                <a:solidFill>
                  <a:srgbClr val="374151"/>
                </a:solidFill>
                <a:latin typeface="Aptos"/>
              </a:rPr>
              <a:t>Billing becomes less convenient.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FF7257-6087-4BE1-9AF6-F5E9F1B5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4201617"/>
            <a:ext cx="5612258" cy="25351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05  |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9273A"/>
                </a:solidFill>
                <a:latin typeface="Aptos"/>
              </a:rPr>
              <a:t>ShopZone connects the complete basic shopping journey in one website.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874519" cy="100584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Login / Register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3246120"/>
            <a:ext cx="310896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53512" y="2743200"/>
            <a:ext cx="1874519" cy="1005840"/>
          </a:xfrm>
          <a:prstGeom prst="roundRect">
            <a:avLst/>
          </a:prstGeom>
          <a:solidFill>
            <a:srgbClr val="FFF7E7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29718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Browse Categories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55464" y="3246120"/>
            <a:ext cx="310896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21224" y="2743200"/>
            <a:ext cx="1874519" cy="100584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4" y="29718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Select Product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23176" y="3246120"/>
            <a:ext cx="310895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88936" y="2743200"/>
            <a:ext cx="1874519" cy="1005840"/>
          </a:xfrm>
          <a:prstGeom prst="roundRect">
            <a:avLst/>
          </a:prstGeom>
          <a:solidFill>
            <a:srgbClr val="FFF7E7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0375" y="29718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Session Cart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0888" y="3246120"/>
            <a:ext cx="310896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56648" y="2743200"/>
            <a:ext cx="1874519" cy="100584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48088" y="2971800"/>
            <a:ext cx="1691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74151"/>
                </a:solidFill>
                <a:latin typeface="Aptos"/>
              </a:rPr>
              <a:t>One user journey • nine category pages • one shared session cart • one billing summary.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06  | 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2670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Provide login and registration using PHP sessions and the MySQL users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Product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59152"/>
            <a:ext cx="2670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Create nine dedicated category pages with product images, names and prices.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3" y="1901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Cart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359152"/>
            <a:ext cx="2670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Allow users to add, remove and clear products from the shared cart.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862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0507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Billing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507992"/>
            <a:ext cx="2670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Calculate quantity × price for each item and produce a grand total.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8862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40507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Responsive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5079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07992"/>
            <a:ext cx="2670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Use grid layouts that adapt for desktop and smaller screens.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88620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0183" y="405079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Learning Goal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45079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4507992"/>
            <a:ext cx="2670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Understand the connection between HTML forms, PHP logic, sessions and MySQL.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07  | 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7984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Product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9516" y="1475983"/>
            <a:ext cx="3383280" cy="15541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53175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184886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494245"/>
            <a:ext cx="3383280" cy="1533119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0232" y="152882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Clothes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184886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494245"/>
            <a:ext cx="3383280" cy="1568994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9544" y="1475983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Shoes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9544" y="175471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36228"/>
            <a:ext cx="3410712" cy="1661641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267531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Baby Clothes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351726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119120"/>
            <a:ext cx="3383280" cy="167875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50232" y="3196868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Toys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51726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 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product page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136228"/>
            <a:ext cx="3383280" cy="166164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47888" y="3181313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Cosmetics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3184" y="3476607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907954"/>
            <a:ext cx="3383280" cy="1554099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497433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Hand Bags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" y="5242243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4907953"/>
            <a:ext cx="3383280" cy="1475914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50232" y="4983987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Watches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0232" y="526174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 product page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47304" y="4946903"/>
            <a:ext cx="3383280" cy="1436964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89544" y="4974336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19273A"/>
                </a:solidFill>
                <a:latin typeface="Aptos"/>
              </a:rPr>
              <a:t>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5249455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Dedicated PHP </a:t>
            </a:r>
            <a:endParaRPr lang="en-US" sz="900" b="0" dirty="0">
              <a:solidFill>
                <a:srgbClr val="64748B"/>
              </a:solidFill>
              <a:latin typeface="Aptos"/>
            </a:endParaRPr>
          </a:p>
          <a:p>
            <a:pPr algn="l"/>
            <a:r>
              <a:rPr sz="900" b="0" dirty="0">
                <a:solidFill>
                  <a:srgbClr val="64748B"/>
                </a:solidFill>
                <a:latin typeface="Aptos"/>
              </a:rPr>
              <a:t>product page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BC7248A1-93A6-4463-811A-B088086A1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456" y="1638732"/>
            <a:ext cx="2318411" cy="1249809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B69A801-9502-4456-AAF7-A51F9733C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993" y="3248658"/>
            <a:ext cx="2023874" cy="138165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22A554C-7BDA-425B-82EC-E0E26A7D8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291" y="1584843"/>
            <a:ext cx="2286000" cy="136761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150A780-93B1-4E48-AC1D-03019132D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7290" y="3204292"/>
            <a:ext cx="2179269" cy="149424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9F04AA9-B149-4076-A71D-51CA5067A8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0510" y="1562552"/>
            <a:ext cx="2286000" cy="138990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1A145E18-F73B-4F84-98BA-2930584300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0509" y="3196868"/>
            <a:ext cx="2246847" cy="1494245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FB48984-5660-4125-9F3C-CE893DBC7C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9900" y="4956747"/>
            <a:ext cx="2186059" cy="1427119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E7C42DC-02AE-4F6A-8AED-3A1A95F1B0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4946" y="4983987"/>
            <a:ext cx="2210690" cy="135409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051B744-04CD-4901-A541-5DA4EB9C070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0509" y="5007382"/>
            <a:ext cx="2286000" cy="13073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08  | 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Structure of web pages and forms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9019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CSS3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35915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Layout, cards, responsive styling and hover effects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39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9992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PHP + MySQLi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564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45643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Server-side logic, sessions and database operations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34639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9923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5643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45643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User account data and authentication support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319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096511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Font Awesome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553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55371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Icons used in product/cart interfaces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93192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096511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Laragon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537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455371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Local Apache + phpMyAdmin development environment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2920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193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VS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509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65099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Code editing and project development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5029200"/>
            <a:ext cx="5257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519379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Git &amp;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509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7688" y="565099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Version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09  |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Aptos"/>
              </a:rPr>
              <a:t>A request moves from the browser to PHP; PHP uses session state and MySQL where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148840" cy="105156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1965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USER
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74320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971800"/>
            <a:ext cx="1965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PHP
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743200"/>
            <a:ext cx="2148840" cy="1051560"/>
          </a:xfrm>
          <a:prstGeom prst="roundRect">
            <a:avLst/>
          </a:prstGeom>
          <a:solidFill>
            <a:srgbClr val="FFF7E7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2971800"/>
            <a:ext cx="1965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PHP
SESSION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743200"/>
            <a:ext cx="21488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2971800"/>
            <a:ext cx="1965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MYSQL
DATABASE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80360" y="3273552"/>
            <a:ext cx="429768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77840" y="3273552"/>
            <a:ext cx="429767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75320" y="3273552"/>
            <a:ext cx="429768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1560" y="4069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Requests / 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69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Business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69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Cart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0690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User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800600"/>
            <a:ext cx="8138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80" y="496519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Key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4223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7168" y="5422392"/>
            <a:ext cx="74249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current project does not store cart items in a MySQL cart table; the cart is maintained in the PHP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10  | 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Login &amp; Registration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1920240" cy="114300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Open Login / Register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2907792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233172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2560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Enter User Details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2907792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9784" y="233172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2560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Check / Store Account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68312" y="2907792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97496" y="2331720"/>
            <a:ext cx="1920240" cy="1143000"/>
          </a:xfrm>
          <a:prstGeom prst="roundRect">
            <a:avLst/>
          </a:prstGeom>
          <a:solidFill>
            <a:srgbClr val="EBF7F5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88936" y="2560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Start PHP Session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36024" y="2907792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65208" y="2331720"/>
            <a:ext cx="1920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25603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Access Protected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325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login.php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823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782312"/>
            <a:ext cx="42245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Checks the users table by email and password, then starts a session when a match is found.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052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325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register.php / signup.php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7823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782312"/>
            <a:ext cx="42245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source contains two sign-up paths: register.php uses MySQL, while signup.php stores account data in the session. This should be unified later.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11  | 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How Product Browsing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Step 1 — Category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index.php shows a 3-column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Nine category tiles link to their own PHP pages.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Hover effects and icons make the interface easier to navigate.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47472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Step 2 — Product Gallery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Each category page shows product cards.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Cards contain product image, product name and price.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Font Awesome icons support cart/rating cues.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783080"/>
            <a:ext cx="3474720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330183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Step 3 — Add to 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product form sends item data to the cart handler.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user is redirected back to the category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same cart can receive items from different categories.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A998223-36C5-4A96-8B6E-A3D1E1E98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775" y="4050792"/>
            <a:ext cx="3462528" cy="194767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6DE7798-B89A-48AC-B2F4-0E1D912B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50792"/>
            <a:ext cx="3416807" cy="19476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12  |  CART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Session-Based Cart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Select product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2880360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23317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25603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POST item data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2880360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9784" y="2331720"/>
            <a:ext cx="1920240" cy="109728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25603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$_SESSION['cart']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68312" y="2880360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97496" y="23317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88936" y="25603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View cart.php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36024" y="2880360"/>
            <a:ext cx="283464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65208" y="2331720"/>
            <a:ext cx="1920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2560320"/>
            <a:ext cx="17373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Remove / Clear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325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What the cart supports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823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782312"/>
            <a:ext cx="42245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Add items, remove one item, clear the whole cart and maintain a running total during the browser session.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60520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43251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Important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78231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782312"/>
            <a:ext cx="42245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There is no persistent cart/order table in MySQL in the current version. Closing the session loses the cart state.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13  | 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Billing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73A"/>
                </a:solidFill>
                <a:latin typeface="Aptos"/>
              </a:rPr>
              <a:t>For each selected item: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40280"/>
            <a:ext cx="4297680" cy="105156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978B"/>
                </a:solidFill>
                <a:latin typeface="Aptos"/>
              </a:rPr>
              <a:t>SUBTOTAL = PRICE × QUANTITY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73A"/>
                </a:solidFill>
                <a:latin typeface="Aptos"/>
              </a:rPr>
              <a:t>Then: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40280"/>
            <a:ext cx="4297680" cy="1051560"/>
          </a:xfrm>
          <a:prstGeom prst="roundRect">
            <a:avLst/>
          </a:prstGeom>
          <a:solidFill>
            <a:srgbClr val="FFF7E7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5420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29E34"/>
                </a:solidFill>
                <a:latin typeface="Aptos"/>
              </a:rPr>
              <a:t>GRAND TOTAL = Σ ALL SUBTOTALS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10058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400507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billing.php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622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4462272"/>
            <a:ext cx="9345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It accepts item name, price and quantity arrays, calculates each line-item subtotal, and adds them together to produce the final amount.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14  | 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Main Page &amp; File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474720" cy="2139696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5915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login.php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92608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register.php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349300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signup.php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599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059936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logout.php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737360"/>
            <a:ext cx="34747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Navigation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35915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index.php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173736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901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Shopping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235915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Jewelry.php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260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292608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cloth.php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4930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9368" y="349300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shoes.php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599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4059936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babycloth.php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26864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8" y="4626864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toy.php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" y="4000500"/>
            <a:ext cx="3474720" cy="2345436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39593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More Categories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416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" y="441655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cosmetics.php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9834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498348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Hand Bag.php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55040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" y="555040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watches.php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611733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6117336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books.php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89120" y="3794760"/>
            <a:ext cx="34747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17720" y="39593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Checkout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4165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64608" y="441655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cart.php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7720" y="498348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4608" y="498348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billing.php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15  | 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UI &amp; Styling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Card-Based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Product galleries use CSS grid layouts.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Cards have rounded corners and shadows.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Hover effects improve interaction.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Responsive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Layouts are designed to adapt from desktop to smaller screens.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Grids collapse from 3 columns to 2 and then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Breakpoints are described at 768px and 500px.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7830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3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Visual Elements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Font Awesome provides interface icons.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Emoji are used for category accents.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Each PHP page currently contains its own inline CSS.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16  | 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Data Flow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011680" cy="105156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697480"/>
            <a:ext cx="18288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2468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2697480"/>
            <a:ext cx="18288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PHP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468880"/>
            <a:ext cx="2011680" cy="1051560"/>
          </a:xfrm>
          <a:prstGeom prst="roundRect">
            <a:avLst/>
          </a:prstGeom>
          <a:solidFill>
            <a:srgbClr val="FFF7E7"/>
          </a:solidFill>
          <a:ln>
            <a:solidFill>
              <a:srgbClr val="E29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0" y="2697480"/>
            <a:ext cx="18288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SESSION
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46888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2697480"/>
            <a:ext cx="182880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2468880"/>
            <a:ext cx="1188720" cy="1051560"/>
          </a:xfrm>
          <a:prstGeom prst="roundRect">
            <a:avLst/>
          </a:prstGeom>
          <a:solidFill>
            <a:srgbClr val="EBF7F5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24160" y="2697480"/>
            <a:ext cx="1005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9273A"/>
                </a:solidFill>
                <a:latin typeface="Aptos"/>
              </a:rPr>
              <a:t>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" y="2990088"/>
            <a:ext cx="365760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74920" y="2990088"/>
            <a:ext cx="365760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98079" y="2990088"/>
            <a:ext cx="365761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21240" y="2990088"/>
            <a:ext cx="365760" cy="0"/>
          </a:xfrm>
          <a:prstGeom prst="line">
            <a:avLst/>
          </a:prstGeom>
          <a:ln w="25400">
            <a:solidFill>
              <a:srgbClr val="1C97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6012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94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Cart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794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User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0058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7365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Easy 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1937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5193792"/>
            <a:ext cx="93451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customer interacts with PHP pages; PHP manages session-based cart state and communicates with MySQL for user-related database operations.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17  | 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Challenges &amp; 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Challenge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Keeping nine category pages visually consistent.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Managing one shared cart across multiple pages.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Testing add/remove/clear and billing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78308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Challenge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Handling sessions correctly across pages.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Validating and sanitizing form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Understanding how PHP and MySQL communicate.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783080"/>
            <a:ext cx="34747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30183" y="19476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What we learned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2404872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PHP form handling and sessions.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2971800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MySQL connectivity and user records.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3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7072" y="3538728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Building an end-to-end shopping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41056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77072" y="4105656"/>
            <a:ext cx="2761487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Importance of security and maintainable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18  | 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Current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019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Plaintext Passwords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current source stores and compares passwords as plain text. A production system should use password_hash() and password_verify().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901952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SQL Injection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5915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35915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Some queries concatenate POST values directly. Prepared statements should be used with mysqli or PDO.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Two Authentication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27939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register.php writes to MySQL while signup.php stores data in session. These approaches should be unified.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57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822191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No Persistent 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7939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279392"/>
            <a:ext cx="454456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Checkout totals are not saved to an orders table, so completed orders do not persist after the session.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19  | 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978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Secure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Password hashing + prepared statements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29E34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2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Order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423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orders and order_items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73736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920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978B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1901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Unified Signup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42316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One MySQL-backed registration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86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29E34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6791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Admin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891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Add, edit and delete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70332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53712" y="3886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978B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386791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Shared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3891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Move repeated inline styles to style.css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3" y="3703320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3" y="38862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29E34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3867911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9273A"/>
                </a:solidFill>
                <a:latin typeface="Aptos"/>
              </a:rPr>
              <a:t>Payment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438912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Connect billing to a real gateway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978B"/>
                </a:solidFill>
                <a:latin typeface="Aptos"/>
              </a:rPr>
              <a:t>20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9273A"/>
                </a:solidFill>
                <a:latin typeface="Aptos"/>
              </a:rPr>
              <a:t>Conclusion &amp;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53312"/>
            <a:ext cx="822960" cy="41148"/>
          </a:xfrm>
          <a:prstGeom prst="rect">
            <a:avLst/>
          </a:prstGeom>
          <a:solidFill>
            <a:srgbClr val="1C978B"/>
          </a:solidFill>
          <a:ln>
            <a:solidFill>
              <a:srgbClr val="1C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ptos"/>
              </a:rPr>
              <a:t>ShopZone • PHP + MySQLi • Multi-category shopping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What we achieved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404872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Built a multi-category shopping website using PHP and MySQLi.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971800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Created authentication, category browsing, session cart and billing.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538728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Connected the user interface with server-side PHP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056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978B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105656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Used the project to understand a basic e-commerce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783080"/>
            <a:ext cx="51663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947672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9273A"/>
                </a:solidFill>
                <a:latin typeface="Aptos"/>
              </a:rPr>
              <a:t>Final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404872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ShopZone demonstrates how separate web technologies work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718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971800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The current version is a learning project, not a production-ready store.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38728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538728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Future work focuses on security, persistent orders, admin management and payments.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05656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9E34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7688" y="4105656"/>
            <a:ext cx="44531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374151"/>
                </a:solidFill>
                <a:latin typeface="Aptos"/>
              </a:rPr>
              <a:t>Live demonstration can show the complete user journey.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5840" y="1005840"/>
            <a:ext cx="101498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417320" y="1417320"/>
            <a:ext cx="384048" cy="384048"/>
          </a:xfrm>
          <a:prstGeom prst="ellipse">
            <a:avLst/>
          </a:prstGeom>
          <a:solidFill>
            <a:srgbClr val="1C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87000" y="1417320"/>
            <a:ext cx="384048" cy="384048"/>
          </a:xfrm>
          <a:prstGeom prst="ellipse">
            <a:avLst/>
          </a:prstGeom>
          <a:solidFill>
            <a:srgbClr val="E29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17320" y="4983480"/>
            <a:ext cx="274320" cy="274320"/>
          </a:xfrm>
          <a:prstGeom prst="ellipse">
            <a:avLst/>
          </a:prstGeom>
          <a:solidFill>
            <a:srgbClr val="E29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69880" y="4983480"/>
            <a:ext cx="274320" cy="274320"/>
          </a:xfrm>
          <a:prstGeom prst="ellipse">
            <a:avLst/>
          </a:prstGeom>
          <a:solidFill>
            <a:srgbClr val="1C9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874519"/>
            <a:ext cx="8503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19273A"/>
                </a:solidFill>
                <a:latin typeface="Aptos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26653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9273A"/>
                </a:solidFill>
                <a:latin typeface="Aptos"/>
              </a:rPr>
              <a:t>Presented by
Shiya Antala • Jeny Kotadiya • Vishwa Monpara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5394960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Marwadi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</TotalTime>
  <Words>1738</Words>
  <Application>Microsoft Office PowerPoint</Application>
  <PresentationFormat>Widescreen</PresentationFormat>
  <Paragraphs>397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Shiya Antala</dc:creator>
  <cp:keywords/>
  <dc:description>generated using python-pptx</dc:description>
  <cp:lastModifiedBy>ADMIN</cp:lastModifiedBy>
  <cp:revision>10</cp:revision>
  <dcterms:created xsi:type="dcterms:W3CDTF">2013-01-27T09:14:16Z</dcterms:created>
  <dcterms:modified xsi:type="dcterms:W3CDTF">2026-09-01T13:25:41Z</dcterms:modified>
  <cp:category/>
</cp:coreProperties>
</file>